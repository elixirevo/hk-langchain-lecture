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</p:sldIdLst>
  <p:notesMasterIdLst>
    <p:notesMasterId r:id="rId10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notesMaster" Target="notesMasters/notesMaster1.xml"/><Relationship Id="rId108" Type="http://schemas.openxmlformats.org/officeDocument/2006/relationships/presProps" Target="presProps.xml"/><Relationship Id="rId109" Type="http://schemas.openxmlformats.org/officeDocument/2006/relationships/viewProps" Target="viewProps.xml"/><Relationship Id="rId110" Type="http://schemas.openxmlformats.org/officeDocument/2006/relationships/theme" Target="theme/theme1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CharacterTextSplitter는 RecursiveCharacterTextSplitter의 전신
- 구분자가 명확한 문서(단락 구분이 뚜렷한 경우)에 적합
- 단순하지만 청크 크기 초과 시 그대로 유지하는 단점이 있음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chunk_overlap이 없으면 "안녕하세요. 저는 김" / "철수입니다."처럼 의미가 끊길 수 있음
- 50자 중복은 한글 기준 약 25단어 분량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구분자 우선순위: ["\n\n", "\n", " ", ""]
- 청크 크기를 초과하지 않을 때까지 더 작은 구분자로 재귀적으로 분할
- 마지막 ""(빈 문자열)은 문자 단위 분할로 최후 수단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한글은 영어와 달리 마침표 후 공백 패턴이 중요
- ". " 패턴을 추가하면 "입니다. 다음으로" 같은 문장 경계에서 분할됨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tiktoken BPE(Byte Pair Encoding) 방식으로 토큰화
- 한글은 유니코드 코드포인트 기반으로 분할되어 영어보다 토큰 수가 많음
- GPT-4o 이후 모델은 한글 토큰 효율이 개선됨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코사인 유사도로 인접 문장 간 의미적 거리를 측정
- 유사도가 급격히 떨어지는 지점이 토픽 전환 지점
- OpenAI API를 사용하므로 비용이 발생함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WebBaseLoader는 HTML을 텍스트로 변환하는데, HTMLHeaderTextSplitter는 HTML 구조를 보존
- 웹 크롤링 + RAG 파이프라인 구축 시 특히 유용
- 기술 문서, 위키, 블로그 등의 웹 콘텐츠에 효과적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828800"/>
            <a:ext cx="3959352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튜토리얼 - Chapter 7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CharacterTextSplitter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가장 기본적인 텍스트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청킹(Chunking)이 RAG에서 왜 필요한지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CharacterTextSplitter의 단일 구분자 분할 방식을 익힌다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chunk_size, chunk_overlap, separator 파라미터의 동작 원리를 파악한다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파이프라인에서 청킹의 위치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21909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1_CharacterTextSplitt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11276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819293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819293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6-1에서 로딩한 문서는 토큰 제한 때문에 그대로 LLM에 넣을 수 없다.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367933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367933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청킹은 문서를 LLM이 처리할 수 있는 크기로 나누는 작업이다.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정의: 지정한 단일 구분자를 기준으로 텍스트를 나누는 가장 기본적인 분할 방식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구분자 사용: 기본값 "\n\n" (이중 줄바꿈)으로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 수 기반: len() 함수로 청크 크기를 측정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간단한 구조: 재귀 로직 없이 하나의 구분자만 사용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파라미터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파라미터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separator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"\n\n"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텍스트를 분할할 구분자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chunk_size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각 청크의 최대 문자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chunk_overlap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인접 청크 간 중복 문자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length_function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길이 계산 함수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기본 사용법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CharacterTextSplitter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CharacterTextSplitter(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separator="\n\n",   # 이중 줄바꿈을 구분자로 사용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chunk_size=250,     # 청크 최대 크기: 250자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chunk_overlap=50,   # 청크 간 중복: 50자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length_function=len,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68496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68496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텍스트 분할 실행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텍스트를 Document 객체 리스트로 분할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text_splitter.create_documents([file])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print(f"생성된 문서 개수: {len(documents)}")        # 30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print(documents[0].page_content)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순수 문자열 리스트로 분할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text_chunks = text_splitter.split_text(file)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create_documents() → Document 객체 리스트 반환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split_text() → 순수 문자열 리스트 반환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chunk_overlap의 역할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87782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54480"/>
            <a:ext cx="10543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청크 1: .......................[중복 50자].  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[ 청크 2: [중복 50자]...............]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경계에서 문맥이 끊기는 것을 방지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일반적으로 chunk_size의 10~20% 정도로 설정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중복이 많을수록 검색 품질은 올라가지만 저장 용량도 증가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텍스트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CharacterTextSplitter로 appendix-keywords.txt를 분할하세요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create_documents([file]) 메서드 사용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약 30개의 Document 생성, 첫 번째 청크 내용 출력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메타데이터 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43814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metadatas = [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{"source": "tech_glossary", "section": "AI", "version": 1},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{"source": "tech_glossary", "section": "Database", "version": 1},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documents_with_metadata = text_splitter.create_documents(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[file, file],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metadatas=metadatas,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청크의 metadata에 source, section, version 키 포함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print(documents_with_metadata[0].metadata)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992624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992624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텍스트 수와 메타데이터 수가 일치해야 한다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 vs RecursiveCharacterTextSplitter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CharacterTextSplitter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RecursiveCharacterTextSplitter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여러 개 (우선순위 순서)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단순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재귀적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크기 초과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그대로 유지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 재분할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권장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구분자가 명확한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대부분의 경우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RecursiveCharacterTextSplitter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구분자를 순서대로 시도하는 재귀적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\n\n → \n →   → "" 우선순위 동작 원리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대부분의 프로젝트에서 기본값으로 사용하는 이유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RecursiveCharacterTextSplitter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가장 권장되는 범용 분할 방식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RecursiveCharacterTextSplitter의 재귀적 분할 원리를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구분자 우선순위(\n\n → \n →   → "")의 동작 방식을 파악한다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CharacterTextSplitter와의 차이를 실제 데이터로 비교한다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CharacterTextSplitter의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노트북에서 배운 것: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CharacterTextSplitter는 단일 구분자만 사용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청크가 너무 커도 자동 재분할하지 않음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8833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노트북에서 배울 것: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099816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구분자를 우선순위 순서로 시도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의미 단위를 최대한 보존하며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대부분의 프로젝트에서 기본값으로 사용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재귀적 분할 원리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161712" y="1371600"/>
            <a:ext cx="1865527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2_RecursiveCharacterTextSplitt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3152" y="1417320"/>
            <a:ext cx="1682647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구분자 우선순위</a:t>
            </a:r>
            <a:endParaRPr lang="en-US" sz="2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 단위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"\n\n"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단락 (가장 큰 의미 단위)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"\n"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 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문자 (최후 수단)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38328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38328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가능한 한 큰 의미 단위를 유지하면서 분할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기본 사용법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18211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RecursiveCharacterTextSplitter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RecursiveCharacterTextSplitter(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chunk_size=250,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chunk_overlap=50,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length_function=len,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is_separator_regex=False,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 = text_splitter.create_documents([file])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text_chunks = text_splitter.split_text(file)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736592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736592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CharacterTextSplitter와 비교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43814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char_splitter = CharacterTextSplitter(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separator="\n\n", chunk_size=250, chunk_overlap=50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char_chunks = char_splitter.split_text(file)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recursive_chunks = text_splitter.split_text(file)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 비교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print(f"CharacterTextSplitter 평균 크기: 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f"{sum(len(c) for c in char_chunks)/len(char_chunks):.1f}")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print(f"RecursiveCharacterTextSplitter 평균 크기: 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f"{sum(len(c) for c in recursive_chunks)/len(recursive_chunks):.1f}")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재귀적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RecursiveCharacterTextSplitter로 텍스트를 분할하고 결과를 확인하세요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text_splitter.create_documents([file])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약 30개의 Document 생성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정의 구분자 — 한글 최적화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69417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korean_text_splitter = RecursiveCharacterTextSplitter(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chunk_size=250,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chunk_overlap=50,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separators=[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"\n\n",  # 단락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"\n",    # 줄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". ",    # 마침표 + 공백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"? ",    # 물음표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"! ",    # 느낌표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 ",     # 공백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"",      # 문자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248656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48656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문장 부호를 추가하면 더 자연스러운 분할이 가능하다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유형별 권장 설정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 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chunk_size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chunk_overlap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짧은 Q&amp;A, 뉴스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문서, 블로그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기술 문서, 논문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책, 매뉴얼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RecursiveCharacterTextSplitter는 대부분의 경우 최선의 선택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["\n\n", "\n", " ", ""] 순서로 재귀적으로 분할 시도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문서는 chunk_size를 영문 기준의 80% 수준으로 설정 권장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문장 부호(". ", "? ")를 구분자에 추가하면 품질 향상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TokenTextSplitter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문자(character) 수와 토큰(token) 수의 차이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토큰 제한을 정확히 준수하는 분할 방법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tiktoken으로 실제 토큰 수 계산 및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TokenTextSplitter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TokenTextSplitter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TokenTextSplitter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토큰 기반 정확한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문자(character) 수와 토큰(token) 수의 차이를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TokenTextSplitter로 LLM 토큰 제한을 정확히 준수하는 분할을 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tiktoken으로 실제 토큰 수를 계산해서 두 방식을 비교한다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토큰 기반 분할이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RecursiveCharacterTextSplitter는 문자 수로 크기를 측정한다.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그런데 LLM API는 토큰 수로 요금을 청구하고 제한을 건다.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GPT-3.5-turbo: 4,096 토큰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GPT-4: 8,192 토큰 (일부 모델은 128K)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Claude: 100K+ 토큰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83864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83864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1글자는 보통 2~3토큰이라서 문자 수로만 관리하면 토큰 제한을 초과할 수 있다.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토큰이란?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이해하는 텍스트의 최소 단위</a:t>
            </a:r>
            <a:endParaRPr lang="en-US" sz="1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"playing"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 ("play" + "ing")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"안녕하세요"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5~7 토큰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063240"/>
            <a:ext cx="11091672" cy="87782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3246120"/>
            <a:ext cx="1054303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"Hello, World!"  → 약 3~4 토큰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"안녕하세요, 세계!" → 약 6~8 토큰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123944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123944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한글은 영어보다 같은 내용에서 토큰 수가 더 많다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1: from_tiktoken_encoder()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CharacterTextSplitter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CharacterTextSplitter.from_tiktoken_encoder(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chunk_size=300,   # 토큰 수 기준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 = text_splitter.split_text(file)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주의: 먼저 CharacterTextSplitter로 분할한 후 토큰 수 측정 → 병합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37997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청크가 chunk_size보다 클 수 있음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 2: TokenTextSplitter (더 엄격)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TokenTextSplitter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token_splitter = TokenTextSplitter(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chunk_size=300,    # 최대 300 토큰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chunk_overlap=50,  # 50 토큰 중복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token_texts = token_splitter.split_text(file)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청크의 토큰 수가 300 이하로 보장된다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379976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79976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토큰 기반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TokenTextSplitter로 텍스트를 분할하고 모든 청크의 토큰 수를 확인하세요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tiktoken.get_encoding("cl100k_base")로 실제 토큰 수 측정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토큰 제한 300을 초과하는 청크가 0개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 수 기반 vs 토큰 수 기반 비교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18211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tiktoken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encoding = tiktoken.get_encoding("cl100k_base")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청크의 실제 토큰 수 계산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char_token_counts = [len(encoding.encode(c)) for c in char_chunks]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token_token_counts = [len(encoding.encode(c)) for c in token_chunks]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토큰 제한 300 초과 여부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print(f"문자 기반: {sum(1 for c in char_token_counts if c &gt; 300)}개 초과")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print(f"토큰 기반: {sum(1 for c in token_token_counts if c &gt; 300)}개 초과")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문자 기반은 일부 초과, 토큰 기반은 0개 초과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방식 비교 요약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문자 수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수 기반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측정 단위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len()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tiktoken 기준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수 예측 어려움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정확한 토큰 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제한 준수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보장 안 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정확히 준수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약간 느림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토큰 예측 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한글은 평균 1글자당 1.5~2토큰이다.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chunk_size=300 (토큰)으로 설정하면 실제로는 약 150~200자 분량의 한글 텍스트가 들어간다.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점을 감안해서 청크 크기를 설정해야 한다.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TokenTextSplitter: 토큰 수 기준으로 엄격하게 분할 (LLM 제한 준수)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from_tiktoken_encoder: 토큰 수 측정 후 병합 (일부 초과 가능)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문서는 같은 내용도 영문보다 1.5~2배 많은 토큰 사용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비용 관리가 중요하다면 TokenTextSplitter 사용 권장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SemanticChunker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기반 분할의 한계: 의미가 끊길 수 있음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 유사도 차이를 분석해서 의미 단위로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Percentile, Standard Deviation, Interquartile 방식 비교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SemanticChunker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의미 기반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SemanticChunker의 동작 원리(문장 임베딩 → 유사도 계산 → 분할점 탐색)를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Breakpoint 결정 방식 세 가지(Percentile, Standard Deviation, Interquartile)를 비교한다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RecursiveCharacterTextSplitter와 품질 차이를 확인한다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기반 분할의 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앞선 방식들은 문자/토큰 크기로만 분할한다.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"AI는 머신러닝을 포함합니다. / 오늘 점심은 비빔밥입니다."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기반 분할은 위 두 문장을 같은 청크에 넣을 수 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8833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SemanticChunker는 임베딩 유사도를 계산해서 의미가 바뀌는 지점에서만 분할한다.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 동작 원리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5699" y="1371600"/>
            <a:ext cx="10037554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4_SemanticChunk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7139" y="1417320"/>
            <a:ext cx="9854674" cy="4754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기본 SemanticChunker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langchain_experimental.text_splitter import SemanticChunker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langchain_openai.embeddings import OpenAIEmbeddings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OpenAI 임베딩 기반 SemanticChunker 초기화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SemanticChunker(OpenAIEmbeddings())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텍스트 분할 (API 호출 발생)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 = text_splitter.split_text(file)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print(f"분할된 청크 개수: {len(chunks)}")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8056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필요 패키지: pip install langchain-experimental langchain-openai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Breakpoint 방식 1: Percentile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SemanticChunker(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OpenAIEmbeddings(),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breakpoint_threshold_type="percentile",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breakpoint_threshold_amount=70,  # 상위 30%에서 분할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차이가 상위 N%에 해당하는 지점에서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낮을수록 더 많은 지점에서 분할됨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직관적으로 분할 개수를 조정할 수 있음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Breakpoint 방식 2: Standard Deviation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15798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SemanticChunker(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OpenAIEmbeddings(),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breakpoint_threshold_type="standard_deviation",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breakpoint_threshold_amount=1.25,  # 1.25σ 이상 차이에서 분할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약 14개 청크 생성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712464"/>
            <a:ext cx="11091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차이가 표준편차 N배 이상인 지점에서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통계적으로 명확한 의미 변화 지점 탐지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Breakpoint 방식 3: Interquartile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138988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text_splitter = SemanticChunker(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OpenAIEmbeddings(),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breakpoint_threshold_type="interquartile",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1109167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사분위수 범위(IQR) 기준으로 이상치 지점에서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이상치에 덜 민감한 안정적인 분할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Breakpoint 방식 비교</a:t>
            </a:r>
            <a:endParaRPr lang="en-US" sz="28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적합한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percentile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상위 N% 차이 지점에서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 개수를 대략 조정하고 싶을 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standard_deviation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통계적으로 명확한 변화 지점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 변화가 명확한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interquartile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이상치에 덜 민감한 안정적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유사도 분포가 고르지 않을 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의미 기반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SemanticChunker로 텍스트를 분할하고 청크 개수를 확인하세요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SemanticChunker(OpenAIEmbeddings()) → split_text(file)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크기 기반 분할보다 적은 수의 청크 생성 (의미 단위로 묶이기 때문)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크기 기반 vs 의미 기반 비교</a:t>
            </a:r>
            <a:endParaRPr lang="en-US" sz="2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크기 기반 (Recursive)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의미 기반 (Semantic)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속도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빠름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느림 (임베딩 API 호출)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 API 비용 발생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청크 크기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균일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가변적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문맥 보존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검색 품질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SemanticChunker는 임베딩 API를 호출하기 때문에 비용이 발생한다.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대용량 문서보다는 품질이 중요한 핵심 문서에 선별적으로 사용하는 게 효율적이다.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일반적인 시작점: RecursiveCharacterTextSplitter → 품질 부족 시 SemanticChunker로 업그레이드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CodeSplitter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텍스트 분할기가 코드를 함수 중간에서 끊는 문제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from_language()로 언어별 구문 구조에 맞는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Python, JavaScript, Markdown 코드 분할 실습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CodeSplitter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코드 언어별 최적화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RecursiveCharacterTextSplitter.from_language()로 언어별 코드를 분할한다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Python, JavaScript, Markdown, HTML의 분할 결과를 확인한다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기반 RAG 시스템(코드 검색, 문서화)의 기초를 이해한다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코드 전용 분할기가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텍스트 분할기는 코드 문법을 모른다.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일반 분할기 결과 (chunk_size 초과 시)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Chunk 1: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process_data(items):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item in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Chunk 2: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items: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result.append(item)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 중간에서 끊겨 유효하지 않은 코드 조각이 생성된다.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from_language()의 해결 방법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from_language()는 각 언어의 구문 구조에 맞는 구분자를 자동 설정한다.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215798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Language, RecursiveCharacterTextSplitter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python_splitter = RecursiveCharacterTextSplitter.from_language(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language=Language.PYTHON,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chunk_size=100,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123944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경계 (class Foo:)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 경계 (def bar():)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들여쓰기 블록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언어 목록 (27가지)</a:t>
            </a:r>
            <a:endParaRPr lang="en-US" sz="28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카테고리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C, C++, C#, Go, Rust, Java, Kotlin, Swift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JavaScript, TypeScript, PHP, HTML, CSS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스크립트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Python, Ruby, Perl, Lua, Elixir, Haskell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Markdown, LaTeX, RST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Scala, COBOL, PowerShell, Solidity, Proto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Python 분할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python_splitter = RecursiveCharacterTextSplitter.from_language(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language=Language.PYTHON,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chunk_size=100,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python_docs = python_splitter.create_documents([PYTHON_CODE])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print(f"청크 개수: {len(python_docs)}")  # 약 11개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클래스 정의, 메서드, 독립 함수 경계를 인식하여 분할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379976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379976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분할 결과 예시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95020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[Chunk 0]: 클래스 + 생성자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DataProcessor: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data):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self.data = data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self.processed = False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[Chunk 1]: process 메서드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process(self):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"""데이터 처리 메서드"""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[Chunk 2]: _transform 메서드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_transform(self, item):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item.strip().lower()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JavaScript 분할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js_splitter = RecursiveCharacterTextSplitter.from_language(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language=Language.JS,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chunk_size=120,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js_docs = js_splitter.create_documents([JS_CODE])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6개 청크, 클래스/메서드 경계 인식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번째 청크 결과: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379976"/>
            <a:ext cx="11091672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43032" y="4453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" y="4562856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UserManager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constructor(database) {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this.db = database;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this.users = [];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Markdown 분할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md_splitter = RecursiveCharacterTextSplitter.from_language(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language=Language.MARKDOWN,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chunk_size=100,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chunk_overlap=0,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md_docs = md_splitter.create_documents([markdown_text])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3개 청크, 헤더 경계 인식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6849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#, ##, ### 헤더 경계에서 자동 분할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코드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Python 코드 샘플을 from_language(Language.PYTHON)으로 분할하세요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chunk_size=100, chunk_overlap=0으로 설정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클래스와 함수 경계를 인식하여 약 11개의 청크 생성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기반 RAG 활용 시나리오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검색: "이 기능을 어떻게 구현하나요?" → 관련 함수 반환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문서화: 함수 단위로 분할 후 자동 주석 생성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리뷰 자동화: 변경된 함수만 분석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60904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660904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검색 RAG에서 chunk_size를 함수 평균 길이로 설정하면 정확한 코드 조각을 반환할 수 있다.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from_language(): 언어 문법 구조에 맞는 구분자를 자동 설정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27개 언어 지원 (Python, JS, TS, Java, Go, Rust, HTML, Markdown 등)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텍스트 분할기보다 코드 구조를 훨씬 잘 보존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검색, 문서화, 리뷰 자동화 시스템의 기초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MarkdownHeaderTextSplitter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#, ##, ### 헤더를 기준으로 문서를 구조적으로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정보가 메타데이터로 저장되어 검색 필터링에 활용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RecursiveCharacterTextSplitter와 결합한 2단계 분할 전략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MarkdownHeaderTextSplitter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헤더 구조를 보존하는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MarkdownHeaderTextSplitter로 #, ##, ### 헤더 기반으로 문서를 분할한다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정보가 메타데이터로 저장되는 방식을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RecursiveCharacterTextSplitter와 결합해서 2단계 분할을 구성한다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헤더 기반 분할이 유용한가?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문서에서 검색할 때 어느 섹션의 내용인지가 중요하다.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"2.3 인증 방식" 섹션의 내용임을 알면 검색 정확도가 높아진다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MarkdownHeaderTextSplitter는 이 헤더 정보를 메타데이터로 자동 저장한다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나중에 필터링이나 검색에 활용할 수 있다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기본 사용법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95020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MarkdownHeaderTextSplitter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분할할 헤더 레벨 지정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(Markdown 헤더 기호, 메타데이터에 저장될 키 이름)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headers_to_split_on = [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("#", "Header 1"),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("##", "Header 2"),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("###", "Header 3"),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markdown_splitter = MarkdownHeaderTextSplitter(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headers_to_split_on=headers_to_split_on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md_header_splits = markdown_splitter.split_text(markdown_document)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504688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504688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결과 예시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Markdown: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389888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LangChain 가이드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주요 기능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체인 (Chains)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여러 컴포넌트를 연결하여 복잡한 작업을 수행합니다.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3558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청크: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767328"/>
            <a:ext cx="11091672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950208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[Chunk 2]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메타데이터: {"Header 1": "LangChain 가이드",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"Header 2": "주요 기능",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"Header 3": "체인 (Chains)"}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내용: 여러 컴포넌트를 연결하여 복잡한 작업을 수행합니다.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계층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46575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6_MarkdownHeaderTextSplitt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4566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577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헤더 정보가 하위 청크에도 모두 유지된다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헤더 기반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주어진 Markdown 문서를 헤더별로 분할하세요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headers_to_split_on=[("#", "Header 1"), ("##", "Header 2"), ("###", "Header 3")]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6개의 청크, 각 청크의 metadata에 헤더 정보 포함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strip_headers 옵션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strip_headers=False: 헤더를 내용에 포함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markdown_splitter = MarkdownHeaderTextSplitter(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headers_to_split_on=headers_to_split_on,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strip_headers=False,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결과: 청크 내용에 헤더 텍스트도 포함됨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 LangChain 가이드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## 소개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LangChain은 LLM 애플리케이션 개발 프레임워크입니다.</a:t>
            </a:r>
            <a:endParaRPr lang="en-US" sz="12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strip_headers=True (기본)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내용만 저장, 헤더는 메타데이터에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strip_headers=False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+ 내용 모두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 분할 전략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8969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6_MarkdownHeaderTextSplitter_mermai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998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8989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1단계: 헤더로 문서 구조를 나눈다 (메타데이터 보존)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10137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2단계: 섹션이 크면 RecursiveCharacterTextSplitter로 추가 분할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분할의 장점</a:t>
            </a:r>
            <a:endParaRPr lang="en-US" sz="28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 보존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문서의 계층 구조가 메타데이터에 저장됨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필터링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특정 섹션만 검색하거나 필터링 가능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문맥 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상위 헤더 정보가 하위 청크에도 유지됨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품질 향상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섹션 정보를 활용한 더 정확한 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MarkdownHeaderTextSplitter: Markdown 헤더 구조를 보존하면서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청크에 헤더 계층 정보가 메타데이터로 자동 저장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실무에서는 헤더 분할 → 크기 분할 2단계 전략 권장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문서, 위키, 블로그 등 Markdown 형식 문서에 최적화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HTMLHeaderTextSplitter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원리는 동일하지만 처리 대상이 HTML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&lt;h1&gt;, &lt;h2&gt;, &lt;h3&gt; 태그 기반 웹 페이지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WebBaseLoader와 결합한 웹 크롤링 처리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HTMLHeaderTextSplitter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HTMLHeaderTextSplitter</a:t>
            </a:r>
            <a:endParaRPr lang="en-US" sz="16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HTMLHeaderTextSplitter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HTML 태그 구조 기반 분할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HTMLHeaderTextSplitter로 &lt;h1&gt;, &lt;h2&gt;, &lt;h3&gt; 태그 기반으로 HTML을 분할한다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헤더 정보가 메타데이터로 저장되는 방식을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WebBaseLoader와 결합해서 웹 페이지를 구조적으로 처리하는 방법을 익힌다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MarkdownHeaderTextSplitter와의 차이</a:t>
            </a:r>
            <a:endParaRPr lang="en-US" sz="2800" dirty="0"/>
          </a:p>
        </p:txBody>
      </p:sp>
      <p:graphicFrame>
        <p:nvGraphicFramePr>
          <p:cNvPr id="8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MarkdownHeaderTextSplitter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HTMLHeaderTextSplitter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형식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.md 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.html 파일, 웹 페이지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#, ##, ###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&lt;h1&gt;, &lt;h2&gt;, &lt;h3&gt;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메타데이터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동일하게 저장됨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동일하게 저장됨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 방식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텍스트 문자열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 문자열 또는 URL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원리는 동일하고 처리 대상 형식만 다르다.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HTML 문자열 분할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369417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HTMLHeaderTextSplitter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분할할 HTML 헤더 태그 지정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headers_to_split_on = [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("h1", "Header 1"),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("h2", "Header 2"),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("h3", "Header 3"),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html_splitter = HTMLHeaderTextSplitter(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headers_to_split_on=headers_to_split_on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html_header_splits = html_splitter.split_text(html_string)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5248656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248656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분할 결과 예시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HTML: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&lt;h1&gt;LangChain 튜토리얼&lt;/h1&gt;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&lt;p&gt;LangChain으로 LLM 애플리케이션을 구축합니다.&lt;/p&gt;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&lt;h2&gt;시작하기&lt;/h2&gt;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&lt;h3&gt;설치 방법&lt;/h3&gt;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&lt;p&gt;pip를 사용하여 간단히 설치할 수 있습니다.&lt;/p&gt;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청크: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1091672" cy="164592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4206240"/>
            <a:ext cx="105430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[Chunk 2]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메타데이터: {"Header 1": "LangChain 튜토리얼",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"Header 2": "시작하기",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"Header 3": "설치 방법"}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내용: pip를 사용하여 간단히 설치할 수 있습니다.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메타데이터 계층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380715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7_HTMLHeaderTextSplitt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91672" cy="37157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HTML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주어진 HTML 문자열을 헤더 태그 기준으로 분할하세요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headers_to_split_on=[("h1", "Header 1"), ("h2", "Header 2"), ("h3", "Header 3")]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약 12개의 청크, 각 청크 메타데이터에 헤더 계층 정보 포함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WebBaseLoader와 결합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페이지 크롤링 + HTML 구조적 분할: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2414016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langchain_community.document_loaders import WebBaseLoader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1단계: 웹 페이지 로딩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WebBaseLoader("https://docs.python.org/3/")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loader.load()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2단계: HTML 헤더 기반 분할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html_splits = html_splitter.split_documents(docs)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79976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기술 문서 사이트(docs.python.org 등)에서 섹션 구조를 유지하면서 처리 가능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HTMLHeaderTextSplitter: HTML 헤더 태그 구조를 보존하면서 분할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MarkdownHeaderTextSplitter와 동일한 원리, 대상 형식만 다름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WebBaseLoader와 결합하면 웹 크롤링 RAG 시스템 구축 가능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&lt;h1&gt;~&lt;h6&gt; 태그를 원하는 레벨만 선택해서 분할 가능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예고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주제: RecursiveJsonSplitter (Chunking 섹션 마무리)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배울 내용: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657600"/>
            <a:ext cx="85313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 구조를 보존하면서 크기 제한 내로 분할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split_json()과 create_documents()의 차이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 섹션 전체 Chunking 전략 선택 의사결정 트리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472B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303520" y="228600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RecursiveJsonSplitter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 &gt; RecursiveJsonSplitter</a:t>
            </a:r>
            <a:endParaRPr lang="en-US" sz="16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RecursiveJsonSplitter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6-2. Chunking — JSON 구조 보존 분할 및 전략 총정리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RecursiveJsonSplitter로 JSON 구조를 보존하면서 크기 제한 내로 분할한다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split_json()과 create_documents()의 차이를 이해한다</a:t>
            </a:r>
            <a:endParaRPr lang="en-US" sz="15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 섹션 전체 Chunking 전략을 데이터 유형별로 선택하는 기준을 정리한다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JSON 전용 분할기가 필요한가?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RecursiveCharacterTextSplitter로 JSON을 분할하면: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901952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43032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0543032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Chunk 1 (유효하지 않은 JSON!)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{"api": "LangChain", "endpoints": {"chat": {"url": "/api/chat",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"methods": ["POST"], "description": "채팅 완성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Chunk 2 (유효하지 않은 JSON!)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API", "parameters": {"model": {"type": "string"...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867912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괄호 {}, []가 맞지 않아 유효하지 않은 JSON 조각이 생성된다.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RecursiveJsonSplitter 동작 원리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재귀적 탐색: JSON 트리를 깊이 우선으로 탐색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객체 유지: 중첩된 JSON 객체를 가능한 한 분할하지 않음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크기 관리: max_chunk_size를 초과하면 필요에 따라 분할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17482" y="2606040"/>
            <a:ext cx="3353989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8" name="Image 0" descr="/sessions/practical-epic-brown/mermaid-images/06-2_Chunking_08_RecursiveJsonSplitter_mermaid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922" y="2651760"/>
            <a:ext cx="3171109" cy="3794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— 기본 JSON 분할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92608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langchain_text_splitters import RecursiveJsonSplitter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 = RecursiveJsonSplitter(max_chunk_size=300)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split_json(): JSON 딕셔너리 → 딕셔너리 리스트 반환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json_chunks = splitter.split_json(json_data=json_data)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print(f"분할된 JSON 청크 개수: {len(json_chunks)}")  # 5개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각 청크는 유효한 JSON 구조 유지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48056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코드는 노트북 참조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98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split_json() vs create_documents()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2157984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43032" y="1444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1054303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split_json(): 딕셔너리 리스트 반환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json_chunks = splitter.split_json(json_data=json_data)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[{"api": "LangChain API", ...}, {"endpoints": {"chat": ...}}, ...]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create_documents(): Document 객체 리스트 반환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 = splitter.create_documents(texts=[json_data])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[Document(page_content='{"api": "LangChain API", ...}'), ...]</a:t>
            </a:r>
            <a:endParaRPr lang="en-US" sz="1200" dirty="0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12464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메서드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반환 타입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split_json()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list[dict]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처리, API 응답 분석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create_documents()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list[Document]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파이프라인 통합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99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JSON 분할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과제: 주어진 API 응답 JSON 데이터를 구조를 보존하면서 분할하세요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힌트: RecursiveJsonSplitter(max_chunk_size=300) → split_json(json_data=json_data)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결과: 5개의 JSON 청크, 각 청크가 유효한 JSON 구조 유지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Chunking 전략 선택 의사결정 트리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86257" y="1371600"/>
            <a:ext cx="8416438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pic>
        <p:nvPicPr>
          <p:cNvPr id="5" name="Image 0" descr="/sessions/practical-epic-brown/mermaid-images/06-2_Chunking_08_RecursiveJsonSplitter_mermaid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7697" y="1417320"/>
            <a:ext cx="8233558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 Chunking 섹션 전체 정리</a:t>
            </a:r>
            <a:endParaRPr lang="en-US" sz="2800" dirty="0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CharacterTextSplitter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단일 구분자, 단순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구분자가 명확한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RecursiveCharacterTextSplitter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다중 구분자, 재귀적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대부분의 경우 (기본값)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TokenTextSplitter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수 기반 정확한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API 토큰 제한 준수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SemanticChunker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임베딩 유사도 기반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품질이 최우선일 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 Chunking 섹션 전체 정리 (계속)</a:t>
            </a:r>
            <a:endParaRPr lang="en-US" sz="2800" dirty="0"/>
          </a:p>
        </p:txBody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분할기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추천 상황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CodeSplitter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언어 문법 인식 분할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프로그래밍 코드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MarkdownHeaderTextSplitter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헤더 구조 보존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Markdown 기술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HTMLHeaderTextSplitter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HTML 태그 구조 보존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 페이지 크롤링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RecursiveJsonSplitter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구조 보존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API 응답, JSON 파일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972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시작 가이드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대부분의 RAG 프로젝트는 RecursiveCharacterTextSplitter로 시작하는 게 좋다.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6888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품질이 부족하다고 느낄 때 SemanticChunker로 업그레이드하고,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4864" cy="45720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566160"/>
            <a:ext cx="10817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비용이 문제라면 TokenTextSplitter를 고려하자.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6-2 Chunking 섹션 완료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단계: 6-3 Embeddings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310896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청킹까지 완료했다. 이제 분할된 청크를 벡터로 변환해서 검색 가능하게 만드는 방법을 배운다.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 → Chunk → Embed → Store → Retrieve → Generate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0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06-2_Chunking - 청킹</dc:title>
  <dc:subject>PptxGenJS Presentation</dc:subject>
  <dc:creator>LangChain Tutorial</dc:creator>
  <cp:lastModifiedBy>LangChain Tutorial</cp:lastModifiedBy>
  <cp:revision>1</cp:revision>
  <dcterms:created xsi:type="dcterms:W3CDTF">2026-03-20T11:28:31Z</dcterms:created>
  <dcterms:modified xsi:type="dcterms:W3CDTF">2026-03-20T11:28:31Z</dcterms:modified>
</cp:coreProperties>
</file>